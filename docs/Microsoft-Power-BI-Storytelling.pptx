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61" d="100"/>
          <a:sy n="161" d="100"/>
        </p:scale>
        <p:origin x="25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1e962b1-111a-44b6-ab7a-1bb5efe310df}">
  <we:reference id="WA200003233" version="2.0.0.3" store="en-US" storeType="OMEX"/>
  <we:alternateReferences/>
  <we:properties>
    <we:property name="Microsoft.Office.CampaignId" value="&quot;none&quot;"/>
    <we:property name="reportUrl" value="&quot;/groups/56e7682c-b379-4cfe-aaba-21fda3726fca/reports/60ba7ac2-92be-4b28-b405-2112ff0ae782/3b38326832236676412c?bookmarkGuid=8cf796d8-2dd6-4fa3-a021-9849481a71f2&amp;bookmarkUsage=1&amp;ctid=101da587-1843-4f52-8b8a-17b069c66d33&amp;fromEntryPoint=export&amp;pbi_source=storytelling_addin&quot;"/>
    <we:property name="reportState" value="&quot;CONNECTED&quot;"/>
    <we:property name="artifactViewState" value="&quot;live&quot;"/>
    <we:property name="reportEmbeddedTime" value="&quot;2026-05-18T17:20:01.611Z&quot;"/>
    <we:property name="creatorSessionId" value="&quot;c414b700-5ab4-44d5-b8d6-4d5fa167a9ba&quot;"/>
    <we:property name="creatorUserId" value="&quot;10032005B8CC91B8&quot;"/>
    <we:property name="creatorTenantId" value="&quot;101da587-1843-4f52-8b8a-17b069c66d33&quot;"/>
    <we:property name="pageDisplayName" value="&quot;Main Menu&quot;"/>
    <we:property name="pageName" value="&quot;3b38326832236676412c&quot;"/>
    <we:property name="isFiltersActionButtonVisible" value="true"/>
    <we:property name="initialStateBookmark" value="&quot;H4sIAAAAAAAAA6VSTW8CIRT8Kw1n0yzofuhNm56sH6mNF2Oat/DWUBE2C2u0xv9eYE08tImHXoA3DDMDjwsR0tYKznM4IBmRiTH7AzT7pz7pEX3DFovpbPw+/ZyPZ68eNrWTRlsyuhAHzQ7dWtoWVFDw4GbbI6DUEnahqkBZ7JEaG2s0KPmNHdlvuabFa4/gqVamgSC5cuAwyB493dfemz6HIMCdPOIKuetQzlKeZX2oCoas4ElaZehptiPEZH9SgnS0fzHagdTeJmBJyqo8Z0VGGU+HFMo8h4BbqXfqFvh+9uNch1dxeHKlOYX3KL+8cVC6Xv2FBKYJg7yglIHIaEmHCT5Ug5h80jrnL/hLciCGXFBeCuQlClokjA3+JRlV7wg5oO9jWJjW2Ro4LkH7enMhdWN885zEyPPNAi1Q3NZNmN+kw6bzX4Nqg3XsOokmPpIsFT44EP4CibG2YfgBbCHXKZYCAAA=&quot;"/>
    <we:property name="bookmark" value="&quot;H4sIAAAAAAAAA+1YzW7bRhB+FYKXtIBQkFxyl/TNf00PbutGgYGiMIrZ3aHMhCKF5cqxYugV2qI/55zaW4se29fpCzSP0Nml7MSya6WKa6dpDhLEnd3hfN/8rk5DXXWTGmafwBjDjXCrbR+PwTwOWDgIm34t0RIzHmeFlCyPikiXESdpO7FV23ThxmlowYzQHlTdFGqniBa/OByEUNf7MHJPJdQdDsIJmq5toK6eYr+ZRNZMcT4I8WRStwacyqEFi07tMW2nZzIh/sDZA8pWxzhEZftVRvawhNMnYZwLnsaJom1dv8FbduUWp9q/frttLFQNvcat8QzKOMmFEkUkhS7jVERuvauaUb0w+MXZh7OJI8fiiZXtieNDPqIXO03zOQHKojSLCpalRZIoLXOOReJOl1VtFy+Us92TiSGuiMFe26Y+hkahDj0hBrse/2n4MUI3NZ6V3QuCYTs1Ch9g6UWNreyM9ByPOqiJeGfIvmmJd7/8/Nm3vwbbBnVlu2AXTIM6eG+rqmtH1/t+91H7hDaQA3S4Ec0PaeV6+CBr3F2CTw9Go9maeWg7lTnzWDJYsv6WYBEOOgGMRZEgDxdaqyTGTKTq7j3y1S/BfUqZYK+SBszsP+yEy0h63iWkjvWkyFLGKbkykad3z/sPv//529fBcNZZHHfBp01NdeDGyHd6dKZQCpkJTt8iLtI8K24N9shX4SXQf/z8TbBJRZVqcrBPNR9N8IAqbjN684PuH+PpQy8SoISMuFAqVmUm41Lwu/XB82ff/xhs+kYWDHsN3Y2GXZYIKCRXLKGmF6dQlLy8a8jf/RR8NsXOuu/pzWXZ7UbbFTD6IMu5KOKIRRnLEqmEVjHo9Rn/qKKANupotofHWF+2+Fx+WXRm7AGYqp+kPLpXRb1D3ggeOqI99MVEeK4svMCG2+y3vWRPr+HFghMvUISfI5h1HN/VlUJzwe/hGGncdD80WPCkTnrDKuzlrfZi9JyfhnsV+aHXfQD11Km9t0MndPukuefcuHDk30RTvBxNb7eL5odnkzbpevTSLO256zw7bzcDh76QFjmjdqEKRC2UjoGDXp3W26R81JpKUbgtZ/Z2W0/HzWsOLvexMWtV0NtMpFXhc6NM9N4qY6ZTjABTphKBIo7F6uvWv+4tmkps2ZrxO4ddJKP3WVSWnK7mUCbIkoLyrUy9z66lBbyBW1NrfbYvTT95CnmGgnHNohLyKM5z8a4Xv1ovHqwmZHM0MjjqTbiE5Gayum4l1F8Oz2UfTptFH46uM/mNTmV3t9w+AmOX59cr824BZfa/6bSMbmkq5aVISsWFzlCiXFkHqjFd+y4XAEBMIc215CVdu+OUsUKvq4tlcRnxqCg4KxMyUKNM17aLF7kqSFXCElkgT7RYG6MsCaEQmc4hBy1iTBR7rbrptV7VZtqp7SagcB8avKLdUJpBo1GvaDn+39/zbjOf/wVL3P86dRYAAA==&quot;"/>
    <we:property name="datasetId" value="&quot;41fa3633-b2f2-4a52-8358-24a49a6139d9&quot;"/>
    <we:property name="embedUrl" value="&quot;/reportEmbed?reportId=60ba7ac2-92be-4b28-b405-2112ff0ae782&amp;groupId=56e7682c-b379-4cfe-aaba-21fda3726fca&amp;w=2&amp;config=eyJjbHVzdGVyVXJsIjoiaHR0cHM6Ly9XQUJJLVVTLUVBU1QtQS1QUklNQVJZLXJlZGlyZWN0LmFuYWx5c2lzLndpbmRvd3MubmV0IiwiZW1iZWRGZWF0dXJlcyI6eyJ1c2FnZU1ldHJpY3NWTmV4dCI6dHJ1ZX19&amp;disableSensitivityBanner=true&amp;storytellingChangeViewModeShortcutKeys=true&quot;"/>
    <we:property name="backgroundColor" value="&quot;#4D4D4D&quot;"/>
    <we:property name="reportName" value="&quot;Allen_Potts_PowerBI_Capstone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Allen Potts</cp:lastModifiedBy>
  <cp:revision>3</cp:revision>
  <dcterms:created xsi:type="dcterms:W3CDTF">2018-06-07T21:39:02Z</dcterms:created>
  <dcterms:modified xsi:type="dcterms:W3CDTF">2026-05-18T17:21:00Z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